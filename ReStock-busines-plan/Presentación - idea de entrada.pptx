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65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B2B que convierte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parado en capital.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3520440"/>
            <a:ext cx="201168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· Pre-validación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27432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10.000M€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sobrante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en Europa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Barcelona, España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Miles de negocios tienen capital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atrapado en su almacén.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91440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420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muerto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que no rota ocupa espacio y pierde valor cada mes.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200400" y="2331720"/>
            <a:ext cx="91440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54203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inmovilizado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invertido en stock no vendido no puede reinvertirse.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6035040" y="2331720"/>
            <a:ext cx="91440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54203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B2B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plataforma especializada para este segmento en España.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REstock conecta negocios con stock sobrante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compradores que necesitan producto barato.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560320" cy="23317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VENDEDOR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su stock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sobrante en minutos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35808" y="3364992"/>
            <a:ext cx="25603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291840" y="2240280"/>
            <a:ext cx="2560320" cy="2331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REstock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9184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Conecta, facilita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y la confianza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70448" y="3364992"/>
            <a:ext cx="25603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6126480" y="2240280"/>
            <a:ext cx="2560320" cy="23317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423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COMPRADOR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2648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producto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precio de oportunidad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5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ingresos: comisión por transacción (8–12% vendedor · 3–5% comprador) + plan Premium futuro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MERCADO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10.000M€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sobrante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Europa/año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6888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120.000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en España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eCommerce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devuelve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76656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B2B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especializadas en España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14800" cy="20116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INICIAL: BARCELONA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~8.000–11.000 comercios target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31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~40–100 vendedores potenciales fase 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concentrado y alcanzable a pie de calle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70916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QUE VALIDAN EL MODELO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B-Stock (EE.UU.) · +1.500M$ GMV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831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Liquidation.com · +1.500M$ GMV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(EE.UU.) · referente B2B Europa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201168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Vendedor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valor de la venta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disposición a pagar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06040" cy="201168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Comprador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valor de la compra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escaso a retener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06040" cy="201168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03504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Premium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1508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visibilidad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mercado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FINANCIERA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2606040" cy="1325880"/>
          </a:xfrm>
          <a:prstGeom prst="rect">
            <a:avLst/>
          </a:prstGeom>
          <a:solidFill>
            <a:srgbClr val="131D2A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50K€ GMV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usuarios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~4K€ ingresos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520440"/>
            <a:ext cx="2606040" cy="1325880"/>
          </a:xfrm>
          <a:prstGeom prst="rect">
            <a:avLst/>
          </a:prstGeom>
          <a:solidFill>
            <a:srgbClr val="131D2A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0040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91363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400K€ GMV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 usuarios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~30K€ ingresos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520440"/>
            <a:ext cx="2606040" cy="1325880"/>
          </a:xfrm>
          <a:prstGeom prst="rect">
            <a:avLst/>
          </a:prstGeom>
          <a:solidFill>
            <a:srgbClr val="131D2A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03504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391363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1M€+ GMV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10.000+ usuarios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~100K€ ingresos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Somos el primer marketplace B2B nativo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stock sobrante en España.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2651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Wallapop / eBay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exclusivo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español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Pequeño eCommerce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Lotes + unidades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Confianza empresarial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64592" y="5074920"/>
            <a:ext cx="8979408" cy="68580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25880" y="914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B2B que Europa necesitaba.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negocios con stock parado.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compradores buscando producto barato.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los conectaba. Hasta ahora.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3977640"/>
            <a:ext cx="3200400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3977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Hablemos 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834640" cy="3108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9436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· Fundador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5420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Barcelona, España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30723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restock.es (próximamente)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6027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Lanzadera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8567</TotalTime>
  <Words>406</Words>
  <Application>Microsoft Office PowerPoint</Application>
  <PresentationFormat>On-screen Show (16:9)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REstock - Pitch Deck Lanzadera</dc:title>
  <dc:subject>PptxGenJS Presentation</dc:subject>
  <dc:creator>PptxGenJS</dc:creator>
  <cp:lastModifiedBy>jorge torras</cp:lastModifiedBy>
  <cp:revision>1</cp:revision>
  <dcterms:created xsi:type="dcterms:W3CDTF">2026-03-24T20:58:04Z</dcterms:created>
  <dcterms:modified xsi:type="dcterms:W3CDTF">2026-03-30T19:56:17Z</dcterms:modified>
</cp:coreProperties>
</file>
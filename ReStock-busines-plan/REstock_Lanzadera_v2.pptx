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3317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B2B que convierte</a:t>
            </a:r>
            <a:endParaRPr lang="en-US" sz="2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parado en capital.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3520440"/>
            <a:ext cx="2011680" cy="384048"/>
          </a:xfrm>
          <a:prstGeom prst="rect">
            <a:avLst>
              <a:gd name="adj" fmla="val 11905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520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· Pre-validación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274320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10.000M€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17920" y="22402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sobrante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 en Europa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año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Barcelona, España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Miles de negocios tienen capital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atrapado en su almacén.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331720"/>
            <a:ext cx="91440" cy="2377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5420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muerto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que no rota ocupa espacio y pierde valor cada mes.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2331720"/>
            <a:ext cx="91440" cy="2377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542032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inmovilizado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8328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dinero invertido en stock no vendido no puede reinvertirse.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35040" y="233172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35040" y="2331720"/>
            <a:ext cx="91440" cy="2377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54203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3063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canal B2B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345643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plataforma especializada para este segmento en España.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REstock conecta negocios con stock sobrante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 compradores que necesitan producto barato.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2560320" cy="23317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423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VENDEDOR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su stock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sobrante en minutos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35808" y="3364992"/>
            <a:ext cx="25603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2240280"/>
            <a:ext cx="2560320" cy="2331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4231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REstock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29184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Conecta, facilita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y la confianza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870448" y="3364992"/>
            <a:ext cx="256032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2240280"/>
            <a:ext cx="2560320" cy="233172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4231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COMPRADOR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2648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producto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precio de oportunidad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ingresos: comisión por transacción (8–12% vendedor · 3–5% comprador) + plan Premium futuro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MERCADO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10.000M€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sobrante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Europa/año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120.000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en España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eCommerce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devuelve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96012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0972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18745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plataformas B2B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especializadas en España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14800" cy="20116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INICIAL: BARCELONA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~8.000–11.000 comercios target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8313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~40–100 vendedores potenciales fase 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261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200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concentrado y alcanzable a pie de calle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F19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REFERENTES QUE VALIDAN EL MODELO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401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B-Stock (EE.UU.) · +1.500M$ GMV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92040" y="383133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Liquidation.com · +1.500M$ GMV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4261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(EE.UU.) · referente B2B Europa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201168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Vendedor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8–12%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valor de la venta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disposición a pagar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06040" cy="201168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60120"/>
            <a:ext cx="2606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Comprador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15087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3–5%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00400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valor de la compra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escaso a retener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606040" cy="201168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960120"/>
            <a:ext cx="2606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97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Premium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150876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Futuro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035040" y="21488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visibilidad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 mercado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31089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FINANCIERA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2606040" cy="1325880"/>
          </a:xfrm>
          <a:prstGeom prst="rect">
            <a:avLst/>
          </a:prstGeom>
          <a:solidFill>
            <a:srgbClr val="131D2A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Año 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91363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50K€ GMV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usuarios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~4K€ ingresos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520440"/>
            <a:ext cx="2606040" cy="1325880"/>
          </a:xfrm>
          <a:prstGeom prst="rect">
            <a:avLst/>
          </a:prstGeom>
          <a:solidFill>
            <a:srgbClr val="131D2A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Año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00400" y="391363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400K€ GMV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3.000 usuarios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~30K€ ingresos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35040" y="3520440"/>
            <a:ext cx="2606040" cy="1325880"/>
          </a:xfrm>
          <a:prstGeom prst="rect">
            <a:avLst/>
          </a:prstGeom>
          <a:solidFill>
            <a:srgbClr val="131D2A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5661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Año 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391363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1M€+ GMV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10.000+ usuarios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~100K€ ingresos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COMPETITIVA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Somos el primer marketplace B2B nativo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 stock sobrante en España.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8412480" cy="265176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2560320"/>
              </a:tblGrid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Wallapop / eBay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9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A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B2B exclusivo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DD9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Mercado español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DD9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Pequeño eCommerce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DD9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Lotes + unidades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DD9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Confianza empresarial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DD98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D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5074920"/>
            <a:ext cx="8979408" cy="68580"/>
          </a:xfrm>
          <a:prstGeom prst="rect">
            <a:avLst/>
          </a:prstGeom>
          <a:solidFill>
            <a:srgbClr val="009E83"/>
          </a:solidFill>
          <a:ln w="12700">
            <a:solidFill>
              <a:srgbClr val="009E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25880" y="9144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stock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874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marketplace B2B que Europa necesitaba.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" y="26517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negocios con stock parado.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 de compradores buscando producto barato.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los conectaba. Hasta ahora.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3977640"/>
            <a:ext cx="3200400" cy="8229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977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9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Hablemos 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0" y="1371600"/>
            <a:ext cx="2834640" cy="3108960"/>
          </a:xfrm>
          <a:prstGeom prst="rect">
            <a:avLst/>
          </a:prstGeom>
          <a:solidFill>
            <a:srgbClr val="1A2535"/>
          </a:solidFill>
          <a:ln w="12700">
            <a:solidFill>
              <a:srgbClr val="2A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Jorge · Fundador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25420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Barcelona, España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30723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restock.es (próximamente)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60273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Lanzadera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REstock - Pitch Deck Lanzadera</dc:title>
  <dc:subject>PptxGenJS Presentation</dc:subject>
  <dc:creator>PptxGenJS</dc:creator>
  <cp:lastModifiedBy>PptxGenJS</cp:lastModifiedBy>
  <cp:revision>1</cp:revision>
  <dcterms:created xsi:type="dcterms:W3CDTF">2026-03-24T20:58:04Z</dcterms:created>
  <dcterms:modified xsi:type="dcterms:W3CDTF">2026-03-24T20:58:04Z</dcterms:modified>
</cp:coreProperties>
</file>